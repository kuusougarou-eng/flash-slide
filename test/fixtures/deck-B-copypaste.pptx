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55600"/>
            <a:ext cx="10972800" cy="55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eiryo UI"/>
              </a:rPr>
              <a:t>既存スライド 1: 主力製品の粗利率は 3 年で 6pt 低下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965200"/>
            <a:ext cx="10972800" cy="190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066800"/>
            <a:ext cx="109728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95959"/>
                </a:solidFill>
                <a:latin typeface="Meiryo UI"/>
              </a:rPr>
              <a:t>原材料高と値引き競争が主因。価格改定と SKU 整理で来期 2pt の回復を狙う。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78000"/>
            <a:ext cx="3429000" cy="381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905000"/>
            <a:ext cx="3124200" cy="355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eiryo UI"/>
              </a:rPr>
              <a:t>本文ダミー: 粗利率推移のグラフ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1500" y="1778000"/>
            <a:ext cx="7200900" cy="381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33900" y="1905000"/>
            <a:ext cx="6896100" cy="355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eiryo UI"/>
              </a:rPr>
              <a:t>本文ダミー: 要因分解と打ち手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969000"/>
            <a:ext cx="762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eiryo UI"/>
              </a:rPr>
              <a:t>出典: 社内管理会計データ(2026年3月期)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6350000"/>
            <a:ext cx="10972800" cy="952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6426200"/>
            <a:ext cx="508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Meiryo UI"/>
              </a:rPr>
              <a:t>© 2026 Sample Consulting Inc.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0" y="6426200"/>
            <a:ext cx="4064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Meiryo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55600"/>
            <a:ext cx="10972800" cy="55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eiryo UI"/>
              </a:rPr>
              <a:t>既存スライド 2: 主力製品の粗利率は 3 年で 6pt 低下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965200"/>
            <a:ext cx="10972800" cy="190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066800"/>
            <a:ext cx="109728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95959"/>
                </a:solidFill>
                <a:latin typeface="Meiryo UI"/>
              </a:rPr>
              <a:t>原材料高と値引き競争が主因。価格改定と SKU 整理で来期 2pt の回復を狙う。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78000"/>
            <a:ext cx="3429000" cy="381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905000"/>
            <a:ext cx="3124200" cy="355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eiryo UI"/>
              </a:rPr>
              <a:t>本文ダミー: 粗利率推移のグラフ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1500" y="1778000"/>
            <a:ext cx="7200900" cy="381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33900" y="1905000"/>
            <a:ext cx="6896100" cy="355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eiryo UI"/>
              </a:rPr>
              <a:t>本文ダミー: 要因分解と打ち手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969000"/>
            <a:ext cx="762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eiryo UI"/>
              </a:rPr>
              <a:t>出典: 社内管理会計データ(2026年3月期)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6350000"/>
            <a:ext cx="10972800" cy="952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6426200"/>
            <a:ext cx="508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Meiryo UI"/>
              </a:rPr>
              <a:t>© 2026 Sample Consulting Inc.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0" y="6426200"/>
            <a:ext cx="4064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Meiryo UI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