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13000" cy="68580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3200" y="508000"/>
            <a:ext cx="2006600" cy="2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第 2 章
市場環境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4000" y="558800"/>
            <a:ext cx="8890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</a:rPr>
              <a:t>既存スライド 1: 価格競争の実態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0" y="1168400"/>
            <a:ext cx="8890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値引き原資が粗利を圧迫している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0" y="1778000"/>
            <a:ext cx="8890000" cy="419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本文ダミー(箇条書き)
・平均値引き率
・競合の追随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6350000"/>
            <a:ext cx="508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出典: 販売管理システム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03000" y="6350000"/>
            <a:ext cx="50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13000" cy="6858000"/>
          </a:xfrm>
          <a:prstGeom prst="rect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3200" y="508000"/>
            <a:ext cx="2006600" cy="2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第 2 章
市場環境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4000" y="558800"/>
            <a:ext cx="8890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</a:rPr>
              <a:t>既存スライド 2: 価格競争の実態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94000" y="1168400"/>
            <a:ext cx="8890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</a:rPr>
              <a:t>値引き原資が粗利を圧迫している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0" y="1778000"/>
            <a:ext cx="8890000" cy="419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本文ダミー(箇条書き)
・平均値引き率
・競合の追随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000" y="6350000"/>
            <a:ext cx="508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出典: 販売管理システム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03000" y="6350000"/>
            <a:ext cx="50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