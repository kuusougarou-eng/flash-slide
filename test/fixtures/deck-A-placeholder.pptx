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既存スライド 1: 事業環境の整理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国内市場は年率 4% で縮小</a:t>
            </a:r>
          </a:p>
          <a:p>
            <a:r>
              <a:t>上位 3 社の寡占が進行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413500"/>
            <a:ext cx="3810000" cy="30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</a:rPr>
              <a:t>Company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76000" y="6413500"/>
            <a:ext cx="762000" cy="30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既存スライド 2: 事業環境の整理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国内市場は年率 4% で縮小</a:t>
            </a:r>
          </a:p>
          <a:p>
            <a:r>
              <a:t>上位 3 社の寡占が進行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413500"/>
            <a:ext cx="3810000" cy="30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</a:rPr>
              <a:t>Company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76000" y="6413500"/>
            <a:ext cx="762000" cy="30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</a:rP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