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109728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既存スライド 1: 需要構造の転換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68400"/>
            <a:ext cx="109728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0B6C0"/>
                </a:solidFill>
              </a:rPr>
              <a:t>主要顧客の購買行動が四半期で入れ替わっている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10972800" cy="40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</a:rPr>
              <a:t>本文ダミー(箇条書き)
・需要の分散
・単価の下落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76400"/>
            <a:ext cx="1524000" cy="381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3500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690"/>
                </a:solidFill>
              </a:rPr>
              <a:t>出典: 社内データ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350000"/>
            <a:ext cx="50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69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08000"/>
            <a:ext cx="109728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既存スライド 2: 需要構造の転換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68400"/>
            <a:ext cx="109728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0B6C0"/>
                </a:solidFill>
              </a:rPr>
              <a:t>主要顧客の購買行動が四半期で入れ替わっている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10972800" cy="40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</a:rPr>
              <a:t>本文ダミー(箇条書き)
・需要の分散
・単価の下落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76400"/>
            <a:ext cx="1524000" cy="3810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3500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690"/>
                </a:solidFill>
              </a:rPr>
              <a:t>出典: 社内データ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0" y="6350000"/>
            <a:ext cx="50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690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