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2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2800"/>
            <a:ext cx="9144000" cy="50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01600"/>
            <a:ext cx="8382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既存スライド 1: 施策ロードマップ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143000"/>
            <a:ext cx="8382000" cy="482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本文ダミー(箇条書き)
・施策 1
・施策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874000" y="6299200"/>
            <a:ext cx="889000" cy="304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74000" y="6299200"/>
            <a:ext cx="8890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500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2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2800"/>
            <a:ext cx="9144000" cy="50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01600"/>
            <a:ext cx="8382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既存スライド 2: 施策ロードマップ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143000"/>
            <a:ext cx="8382000" cy="482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本文ダミー(箇条書き)
・施策 1
・施策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874000" y="6299200"/>
            <a:ext cx="889000" cy="304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74000" y="6299200"/>
            <a:ext cx="8890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500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