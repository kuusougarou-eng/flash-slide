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128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12800"/>
            <a:ext cx="9144000" cy="50800"/>
          </a:xfrm>
          <a:prstGeom prst="rect">
            <a:avLst/>
          </a:prstGeom>
          <a:solidFill>
            <a:srgbClr val="0B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1000" y="101600"/>
            <a:ext cx="8382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既存スライド 1: 施策ロードマップ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143000"/>
            <a:ext cx="8382000" cy="482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</a:rPr>
              <a:t>本文ダミー(箇条書き)
・施策 1
・施策 2</a:t>
            </a:r>
          </a:p>
        </p:txBody>
      </p:sp>
      <p:sp>
        <p:nvSpPr>
          <p:cNvPr id="6" name="Rectangle 5"/>
          <p:cNvSpPr/>
          <p:nvPr/>
        </p:nvSpPr>
        <p:spPr>
          <a:xfrm>
            <a:off x="7874000" y="6299200"/>
            <a:ext cx="889000" cy="304800"/>
          </a:xfrm>
          <a:prstGeom prst="rect">
            <a:avLst/>
          </a:prstGeom>
          <a:solidFill>
            <a:srgbClr val="0B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74000" y="6299200"/>
            <a:ext cx="8890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6350000"/>
            <a:ext cx="381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1 /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128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12800"/>
            <a:ext cx="9144000" cy="50800"/>
          </a:xfrm>
          <a:prstGeom prst="rect">
            <a:avLst/>
          </a:prstGeom>
          <a:solidFill>
            <a:srgbClr val="0B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1000" y="101600"/>
            <a:ext cx="8382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既存スライド 2: 施策ロードマップ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143000"/>
            <a:ext cx="8382000" cy="482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</a:rPr>
              <a:t>本文ダミー(箇条書き)
・施策 1
・施策 2</a:t>
            </a:r>
          </a:p>
        </p:txBody>
      </p:sp>
      <p:sp>
        <p:nvSpPr>
          <p:cNvPr id="6" name="Rectangle 5"/>
          <p:cNvSpPr/>
          <p:nvPr/>
        </p:nvSpPr>
        <p:spPr>
          <a:xfrm>
            <a:off x="7874000" y="6299200"/>
            <a:ext cx="889000" cy="304800"/>
          </a:xfrm>
          <a:prstGeom prst="rect">
            <a:avLst/>
          </a:prstGeom>
          <a:solidFill>
            <a:srgbClr val="0B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74000" y="6299200"/>
            <a:ext cx="8890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6350000"/>
            <a:ext cx="381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2 /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